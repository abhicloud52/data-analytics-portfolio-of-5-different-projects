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1" r:id="rId3"/>
    <p:sldId id="259" r:id="rId4"/>
    <p:sldId id="260" r:id="rId5"/>
    <p:sldId id="26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C66C15D4-2F9E-4625-BE65-033F29EC9B92}">
          <p14:sldIdLst>
            <p14:sldId id="258"/>
            <p14:sldId id="261"/>
            <p14:sldId id="259"/>
            <p14:sldId id="260"/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39278-99BA-0C98-2782-9CB1087040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F2B1A8-D434-DD74-7B7F-E48E52C8DC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6E16BD-5987-6AB3-FF63-2DD083CAE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FB316-6AAF-4FDD-8006-832E57396A29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0EB59-7274-EBC1-BBA4-EDF10A36C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6E0201-7D94-C9AA-C2F1-8367C1466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8B166-41F1-4C01-93AA-558DB307FC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4125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FADD8-712F-F5D6-879B-22C8A63AF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3D37A-234B-D63C-9CDC-F3FFF5D7CC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1C4E42-2E73-2EA2-7F35-3C05452C7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FB316-6AAF-4FDD-8006-832E57396A29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A02A1C-DA9E-FA6E-7178-C20F10A15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2A675D-ACBF-47E7-BE3A-92B9761AD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8B166-41F1-4C01-93AA-558DB307FC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1938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2A2FE-9F1E-D23A-D1A3-3A25738F1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03CFD2-FAF2-5C9D-9AC5-3772F3D74A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85EEB1-5DC0-3804-0978-4F0960D4A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FB316-6AAF-4FDD-8006-832E57396A29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BD0CFD-0F74-A3F0-EAAE-56473CE7E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3447CE-B48B-AA3F-0285-38C113A7E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8B166-41F1-4C01-93AA-558DB307FC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9728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95BFA-B8F8-673B-6F7A-AB59792AE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6292AE-0172-B1E4-005B-864A8F50F8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4A5B6B-8360-C622-7352-0382EEA690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6F8F5A-B683-7205-7A3C-001917CA3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FB316-6AAF-4FDD-8006-832E57396A29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18B0F3-A24E-1B90-243F-9081B7980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14D638-7B4D-711B-AC31-57B43FE2A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8B166-41F1-4C01-93AA-558DB307FC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11808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6322B-B786-0A28-9B65-BB981E86B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06B43B-A6A7-76D0-E13A-122F627464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C47784-06B1-9B6B-877A-5C52264D1F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60C7BF-88AF-F403-8C2C-238947BD93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E18ED7-D904-BACA-FCB5-7ADDAD19D4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B9FF25-CC85-B806-E08E-DAF483F18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FB316-6AAF-4FDD-8006-832E57396A29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8423B7-AD7E-6844-2AC2-72A295435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F6BA98-58ED-CF34-15A0-35371733C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8B166-41F1-4C01-93AA-558DB307FC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1995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8E835-FE7D-9AF1-0ACA-63850708A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B64AF5-35F5-F708-4F50-6C39ECE56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FB316-6AAF-4FDD-8006-832E57396A29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7D5286-C38F-38BD-451E-D7C222F78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AD123E-0155-B1F0-AB46-1F966F2D2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8B166-41F1-4C01-93AA-558DB307FC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13939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D5A448-7815-2AC1-A07D-5ABC46AB2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FB316-6AAF-4FDD-8006-832E57396A29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B50B01-11D0-5361-4FAA-9E65836FC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A857F5-E602-F6E3-C84F-CBAD418C2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8B166-41F1-4C01-93AA-558DB307FC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262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CBBB2-168C-FFA9-78E3-C761A90D4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3C23CC-B077-BE56-69A7-547C93C0F3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C66A8C-BFC7-CFC6-3936-FEC0600EF0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311F37-47AA-ECE0-FB1D-FAA01D88A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FB316-6AAF-4FDD-8006-832E57396A29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1DB9FF-8EF8-EA68-EAC3-0F026FC45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A4890D-9A4A-9D5D-A26B-5502F6F2B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8B166-41F1-4C01-93AA-558DB307FC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17425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32732-BFA2-0F78-87B4-47598E79E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8EFA59-1502-67F8-F561-B6C03F2D17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C0C863-99FD-98D2-AAE4-50A022CDED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F0DCFF-DA2B-904B-ACD8-15AAB8349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FB316-6AAF-4FDD-8006-832E57396A29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3E5488-7B22-3670-B5E4-15FC92033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5D94D9-A39C-8AD7-D6F1-FA8F80DCA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8B166-41F1-4C01-93AA-558DB307FC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3650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F59D0-2629-6729-AE94-32A34DE67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D88BF4-6891-0A60-22AC-AA31EAEFD0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6E010E-8B0C-63ED-5CCD-4B608DAE8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FB316-6AAF-4FDD-8006-832E57396A29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07982-FAD8-525D-B24B-7A11CA5F5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8B657C-38CF-6750-1DF3-0E11F87BF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8B166-41F1-4C01-93AA-558DB307FC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4739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8E39E0-D5D5-A373-2B87-D372A19E18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33EBDF-7CFD-29F4-416A-6F516C2F7D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6A7E3-0255-E9FA-76EF-AEC78A19A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FB316-6AAF-4FDD-8006-832E57396A29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F237DC-CF5D-0BEA-25E4-13C9D81BE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C91679-F5A1-8E5B-5BA5-7633FC73E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8B166-41F1-4C01-93AA-558DB307FC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859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CC8695-05FC-3918-91DB-817D605C1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4A1657-95B2-4DFC-7A1C-227F066B8A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4A5178-0DA0-574F-B65C-62E38ED02E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0FB316-6AAF-4FDD-8006-832E57396A29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50C016-0F7B-CF0F-D813-6472D3D608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8E155D-7827-525A-D51D-D780F63711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D8B166-41F1-4C01-93AA-558DB307FC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3877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261054-5DB9-C753-B3AB-036D984519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5119" y="312150"/>
            <a:ext cx="8321761" cy="623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8645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82C2FA0-C9F6-FFF9-8A0C-D7DFC8104A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7685" y="281667"/>
            <a:ext cx="6576630" cy="6294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0515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998598-2390-2585-7A76-2DB910B3F8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309" y="102581"/>
            <a:ext cx="8329382" cy="6652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8886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ABC8D1-748A-BAAB-CA27-2105912266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8464" y="525528"/>
            <a:ext cx="8215072" cy="5806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7752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294CF3-5E6F-4A9C-350A-D257CABE21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133" y="420394"/>
            <a:ext cx="9618017" cy="5802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0732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Abhishek Singh</dc:creator>
  <cp:lastModifiedBy>Abhishek Singh</cp:lastModifiedBy>
  <cp:revision>1</cp:revision>
  <dcterms:created xsi:type="dcterms:W3CDTF">2026-03-11T06:54:02Z</dcterms:created>
  <dcterms:modified xsi:type="dcterms:W3CDTF">2026-03-11T06:55:54Z</dcterms:modified>
</cp:coreProperties>
</file>